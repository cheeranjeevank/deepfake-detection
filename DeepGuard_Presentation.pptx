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81360" y="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14300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DeepGuard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78BFA"/>
                </a:solidFill>
              </a:rPr>
              <a:t>Real-Time Deepfake Detection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AI-Powered · Explainable · Real-Time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InceptionV3 + GRU  ·  MTCNN Face Detection  ·  FaceForensics++ Dataset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6035040"/>
            <a:ext cx="2331720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  Deep Learning Project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Deepfakes are becoming indistinguishable from real media — and spreading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51760" cy="2194560"/>
          </a:xfrm>
          <a:prstGeom prst="rect">
            <a:avLst/>
          </a:prstGeom>
          <a:solidFill>
            <a:srgbClr val="0D1220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Synthetic 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AI-generated faces (GANs, Diffusion Models)
are visually indistinguishable to the human eye.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691640"/>
            <a:ext cx="2651760" cy="2194560"/>
          </a:xfrm>
          <a:prstGeom prst="rect">
            <a:avLst/>
          </a:prstGeom>
          <a:solidFill>
            <a:srgbClr val="0D1220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Viral Misinformation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Fake videos of politicians, celebrities,
and public figures spread within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2651760" cy="2194560"/>
          </a:xfrm>
          <a:prstGeom prst="rect">
            <a:avLst/>
          </a:prstGeom>
          <a:solidFill>
            <a:srgbClr val="0D12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Legal &amp; Ethical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Deepfakes are used in fraud, non-consensual
content, and identity impersonation.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691640"/>
            <a:ext cx="2651760" cy="2194560"/>
          </a:xfrm>
          <a:prstGeom prst="rect">
            <a:avLst/>
          </a:prstGeom>
          <a:solidFill>
            <a:srgbClr val="0D12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Easy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97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Existing tools require experts and cannot
work in real-time on live video streams.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F4444"/>
                </a:solidFill>
              </a:rPr>
              <a:t>🚨  According to Deeptrace Labs, deepfake videos online grew by 900% in just two years.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DeepGuard addresses this by providing a real-time, explainable, AI-powered deepfake detection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03120" cy="2377440"/>
          </a:xfrm>
          <a:prstGeom prst="rect">
            <a:avLst/>
          </a:prstGeom>
          <a:solidFill>
            <a:srgbClr val="0D122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Live Webcam
Image Upload
Video 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39" y="2331720"/>
            <a:ext cx="2286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1280160"/>
            <a:ext cx="2103120" cy="2377440"/>
          </a:xfrm>
          <a:prstGeom prst="rect">
            <a:avLst/>
          </a:prstGeom>
          <a:solidFill>
            <a:srgbClr val="0D12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MTCNN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Multi-Pass
Face Detection
4-Strategy Cascade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2331720"/>
            <a:ext cx="2286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59" y="1280160"/>
            <a:ext cx="2103120" cy="2377440"/>
          </a:xfrm>
          <a:prstGeom prst="rect">
            <a:avLst/>
          </a:prstGeom>
          <a:solidFill>
            <a:srgbClr val="0D122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9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InceptionV3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Feature Extraction
2048-dim per frame
ImageNet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79" y="2331720"/>
            <a:ext cx="2286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103120" cy="2377440"/>
          </a:xfrm>
          <a:prstGeom prst="rect">
            <a:avLst/>
          </a:prstGeom>
          <a:solidFill>
            <a:srgbClr val="0D12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GRU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Temporal Analysis
20-Frame Sequence
Time Artifacts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2331720"/>
            <a:ext cx="2286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280160"/>
            <a:ext cx="2103120" cy="2377440"/>
          </a:xfrm>
          <a:prstGeom prst="rect">
            <a:avLst/>
          </a:prstGeom>
          <a:solidFill>
            <a:srgbClr val="0D122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945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REAL / DEEPFAKE
Confidence Score
Face Crop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11274552" cy="12801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77639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FastAPI Backend  +  Real-Time Web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📷  Real-Time Webcam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🖼️  Image Upload &amp;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🎬  Video Frame Sampling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📊  Confidence 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🔄  20-Frame Rolling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448056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👁️  Multi-Pass MTCNN Face Detection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10512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Strict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Threshold 0.85 — high precision, clear faces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68879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41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Relaxed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Threshold 0.50 — angled / partially lit faces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27247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99815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Upscale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5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Resize to 640px — catches small/distant faces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785616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581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Enhance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3250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1.5× contrast boost — dim webcam / low light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443984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Fallback Crop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908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Center-square crop — absolute last resort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5486400" cy="448056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🧠  InceptionV3 + GRU Classification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1810512"/>
            <a:ext cx="850392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InceptionV3 Feature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031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Each face frame is preprocessed to 299×299px
and passed through InceptionV3 (ImageNet weights)
to produce a 2048-dimensional feature vector.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3227832"/>
            <a:ext cx="850392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GRU Temporal Sequence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204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 feature vectors (one per frame) form a sequence.
Two stacked GRU layers model temporal patterns
— flickering, unnatural blinking, edge artifacts.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645152"/>
            <a:ext cx="850392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17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Softmax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3775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The final Dense layer outputs probabilities:
[P(REAL), P(DEEPFAKE)]
The class with higher probability wins.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Real-Time Detection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Webcam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Browser captures
live video frame
every 600ms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468880"/>
            <a:ext cx="155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58568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Frame 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Base64-encoded
JPEG sent via
Fetch API 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2468880"/>
            <a:ext cx="155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Face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5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MTCNN 4-pass
cascade finds
face in 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468880"/>
            <a:ext cx="155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3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Buffer Fill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Face added to
20-frame rolling
buffer (FIFO)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5863" y="2468880"/>
            <a:ext cx="155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GRU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InceptionV3
extract features
GRU classifies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0112" y="2468880"/>
            <a:ext cx="155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1371600"/>
            <a:ext cx="1828800" cy="2468880"/>
          </a:xfrm>
          <a:prstGeom prst="rect">
            <a:avLst/>
          </a:prstGeom>
          <a:solidFill>
            <a:srgbClr val="0D122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Live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3317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REAL / DEEPFAKE
+ confidence %
displayed 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297680"/>
            <a:ext cx="2011680" cy="11887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600ms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Frame capture interval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79" y="4297680"/>
            <a:ext cx="2011680" cy="11887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Frames in rolling buffer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297680"/>
            <a:ext cx="2011680" cy="11887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299×299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Face resolution (px)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19" y="4297680"/>
            <a:ext cx="2011680" cy="11887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59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2048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59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InceptionV3 feature dims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92640" y="4297680"/>
            <a:ext cx="2011680" cy="11887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4434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~1-2s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Time to first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&amp;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274320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📂  FaceForensics++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1,000 original YouTube video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4 manipulation methods: DeepFakes, Face2Face,
   FaceSwap, NeuralTextures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51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3 compression levels: RAW, c23 (HQ), c40 (LQ)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35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~500,000 total face frames extracted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19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Published by TUM (Rossler et al., ICCV 2019)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394960" cy="274320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⚙️  Model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Base Model: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InceptionV3 (ImageNet pre-trained)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12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Feature Dim: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122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2048 per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41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Sequence: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41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 frames (600ms intervals)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RNN Layers: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70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2× GRU (units: 16, 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998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Regularization: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9981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Dropout 0.3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Output: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Dense(2) + Softmax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58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Loss: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581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Categorical Cross-Entropy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87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Optimizer: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87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6052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Transfer Learning Strategy: InceptionV3 weights frozen → only GRU + Dense layers trained → rapid convergence on face temporal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&amp;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06040" cy="1645920"/>
          </a:xfrm>
          <a:prstGeom prst="rect">
            <a:avLst/>
          </a:prstGeom>
          <a:solidFill>
            <a:srgbClr val="0D12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~91%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Face Detection
Rate (MTCNN)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645920"/>
          </a:xfrm>
          <a:prstGeom prst="rect">
            <a:avLst/>
          </a:prstGeom>
          <a:solidFill>
            <a:srgbClr val="0D1220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</a:rPr>
              <a:t>88-92%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Deepfake Classification
(In-Domain)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280160"/>
            <a:ext cx="2606040" cy="1645920"/>
          </a:xfrm>
          <a:prstGeom prst="rect">
            <a:avLst/>
          </a:prstGeom>
          <a:solidFill>
            <a:srgbClr val="0D12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72-75%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Real-World Accuracy
(Webcam)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80160"/>
            <a:ext cx="2606040" cy="1645920"/>
          </a:xfrm>
          <a:prstGeom prst="rect">
            <a:avLst/>
          </a:prstGeom>
          <a:solidFill>
            <a:srgbClr val="0D122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4173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~1-2s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Time to First
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Detection Accuracy by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548640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657600"/>
            <a:ext cx="24688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3657600"/>
            <a:ext cx="33832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03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Face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Deepfake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59936"/>
            <a:ext cx="548640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059936"/>
            <a:ext cx="24688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4059936"/>
            <a:ext cx="33832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05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Clear, forward-facing 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105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~98%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056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~90% accuracy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62272"/>
            <a:ext cx="548640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4462272"/>
            <a:ext cx="246888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462272"/>
            <a:ext cx="338328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07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Slightly angled / partial occlusion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507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~91%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~85% 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64608"/>
            <a:ext cx="548640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864608"/>
            <a:ext cx="24688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4864608"/>
            <a:ext cx="33832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910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Small face / webcam 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910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~85%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~75% accuracy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266944"/>
            <a:ext cx="548640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5266944"/>
            <a:ext cx="246888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5266944"/>
            <a:ext cx="3383280" cy="384048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3126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Poor lighting / dark scene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~78%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12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~70% accuracy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669280"/>
            <a:ext cx="548640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669280"/>
            <a:ext cx="24688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0" y="5669280"/>
            <a:ext cx="3383280" cy="38404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715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Extreme profile / side angle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~50%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</a:rPr>
              <a:t>~60%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43891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🖥️  How to Use DeepGuard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47088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Navigate to http://localhost:8000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Real-Time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1518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Click 📷 Real-Time Camera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07792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8950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Start 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4553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Click Start Camera → allow permission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38144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Watch Buffer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75887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The circular ring fills up (20 frames)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968496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502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See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062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REAL ✅ or DEEPFAKE ❌ appears live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498848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Upload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3659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Switch to 🖼️ Image tab → drag &amp; drop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029199"/>
            <a:ext cx="356616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10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Upload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6694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Switch to 🎬 Video tab → analyze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234440"/>
            <a:ext cx="5486400" cy="438912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⚡  Key UI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8288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🔴 DEEPFAKE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Red card, DEEPFAKE label, fake probability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🟢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3591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Green card, REAL label, real probability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895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🔄 Buffer 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88950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SVG ring shows 0/20 → 20/20 filling progress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19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👁️ Face Badge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4198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Green = face detected, Red = no 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50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📸 Face Crop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95020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Shows the actual face region used by the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80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📊 Conf Bar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4480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Horizontal bar shows prediction confidence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10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✅ Model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0109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Header shows AI model loaded indicator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9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Core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389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TensorFlow 2.x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755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GRU model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389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55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MTCNN face detector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3898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InceptionV3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1755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Feature extraction (2048D)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39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944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31012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REST API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34639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944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Vanilla JS +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31012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Real-time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834639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944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MTCNN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31012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Multi-strategy face detect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834639"/>
            <a:ext cx="2743200" cy="1371600"/>
          </a:xfrm>
          <a:prstGeom prst="rect">
            <a:avLst/>
          </a:prstGeom>
          <a:solidFill>
            <a:srgbClr val="0D1220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944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FaceForensics++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1012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Training dataset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3484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All components are open-source and run entirely on-device — no cloud API keys or external services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429768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5486400" cy="4297680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⚠️  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Domain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Model trained on FaceForensics++ only.
Real-world webcam accuracy is ~65-75%.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Single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5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Image analysis uses 1 frame repeated 20×.
Not as strong as genuine video sequences.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Profile 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7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Extreme side-angle faces are missed by
MTCNN and fall back to center crop.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New GAN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Models generated by DALL-E, Midjourney,
or Stable Diffusion are less well-detected.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• No 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Inference runs on CPU — typically 1-3s
per prediction; GPU would give ~100ms.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🚀  Future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Broader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3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Add Celeb-DF, DFDC, and WildDeepfake
datasets for better generalization.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Grad-CAM Overlay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803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Show heatmap over the face highlighting
which pixels contributed to the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WebSocket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Replace HTTP polling with WebSocket
for lower-latency real-time streaming.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GPU Acceleration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43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Deploy with CUDA/MPS for ~10× faster
inference (~100ms per prediction).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→ Mobile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Export to TFLite / ONNX for on-device
detection on smartphones.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91440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78BFA"/>
                </a:solidFill>
              </a:rPr>
              <a:t>DeepGuard is a complete, end-to-end real-time deepfake detection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200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00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Real-time webcam deepfake analysis with a 20-frame rolling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67588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7588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Multi-pass MTCNN face detection with 4 fallback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15137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513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State-of-the-art InceptionV3 + GRU architecture (FaceForensics++)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62686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6268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Clean FastAPI backend with a modern, dark-themed web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1023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1023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Image, Video, and Live Camera detection — three modes in one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06440"/>
            <a:ext cx="11274552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http://localhost:8000  ·  Python 3.12  ·  TensorFlow 2.x  ·  FastAPI  ·  MTCNN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